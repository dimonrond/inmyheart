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47A1"/>
                </a:solidFill>
              </a:defRPr>
            </a:pPr>
            <a:r>
              <a:t>AI-ассистент клиники INMYHEART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7863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9688"/>
                </a:solidFill>
              </a:defRPr>
            </a:pPr>
            <a:r>
              <a:t>RAG · OpenAI · ChromaDB · FastAPI · Telegram · VPS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Ответы пациентам на организационные вопросы по базе знаний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Выпускной проект · 2026 · github.com/DimonRonD/InMyHeart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804672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Сеть из 20 офисов: ~150 обращений на регистратуру за 12-часовую смену (1 запрос / 5 мин).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До 3 000 обращений в день — в основном повторяющиеся справочные вопросы.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Запись, подготовка к анализам, расписание, цены, правила посещения — одни и те же ответы.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Администраторы перегружены: очередь на линии, задержки, риск несогласованных формулировок.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Медицинские и персональные вопросы нельзя автоматизировать «в лоб» — нужны ограничения и эскалация.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Что делает ассистент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804672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RAG-ассистент отвечает только по документам клиники (48 файлов, ~242 чанка в ChromaDB).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Организационные вопросы (ORG) — краткий ответ + указание источника из базы знаний.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ПДн (PII) и медицинские темы (MED) — отказ или эскалация на оператора в Telegram.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Quality check: программная проверка + LLM post-check перед отправкой ответа.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Каналы MVP: Telegram-бот, REST API (FastAPI /ask), CLI для тестирования.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Как работает система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Стек: OpenAI · VPS · Telegram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804672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1. Классификатор (gpt-5.4-nano) → ORG / PII / MED / RESULTS / OTHER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2. ORG → семантический поиск Chroma + rerank → генерация ответа (gpt-5.4-mini)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3. Проверка качества → ответ пациенту или перевод на оператора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4. Forum Topics: отдельная ветка на клиента, relay «оператор ↔ пациент»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5. SQLite: логи диалогов (без ПДн), KPI времени ответа, SLA ≤ 5 с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Инфра: VPS (FastAPI + bot + Chroma + SQLite) · Telegram Bot API · OpenAI Embeddings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Демо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Сценарий для защиты (test_questions.md)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47548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Типовые (ORG + RAG):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Как записаться к терапевту через Telegram?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До скольки работает клиника в среду?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Как подготовиться к крови на гормоны?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Сколько стоит УЗИ брюшной полости?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Когда принимает кардиолог Петров?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Вне темы: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«Иванов Петр, ул. Ленина 15…» → PII, отказ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«Болит грудь, тяжело дышать» → MED, эскалация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1554480"/>
            <a:ext cx="3200400" cy="2560320"/>
          </a:xfrm>
          <a:prstGeom prst="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0D47A1"/>
                </a:solidFill>
              </a:defRPr>
            </a:pPr>
            <a:r>
              <a:rPr dirty="0" err="1"/>
              <a:t>Демо</a:t>
            </a:r>
            <a:endParaRPr dirty="0"/>
          </a:p>
          <a:p>
            <a:pPr algn="ctr">
              <a:defRPr sz="1400">
                <a:solidFill>
                  <a:srgbClr val="212121"/>
                </a:solidFill>
              </a:defRPr>
            </a:pPr>
            <a:r>
              <a:rPr dirty="0"/>
              <a:t>Telegram-</a:t>
            </a:r>
            <a:r>
              <a:rPr dirty="0" err="1"/>
              <a:t>бот</a:t>
            </a:r>
            <a:r>
              <a:rPr lang="ru-RU" dirty="0"/>
              <a:t> </a:t>
            </a:r>
            <a:r>
              <a:rPr lang="en-US" dirty="0"/>
              <a:t>@inmyheartinmysoul_bot</a:t>
            </a:r>
            <a:endParaRPr dirty="0"/>
          </a:p>
          <a:p>
            <a:pPr algn="ctr">
              <a:defRPr sz="1400">
                <a:solidFill>
                  <a:srgbClr val="212121"/>
                </a:solidFill>
              </a:defRPr>
            </a:pPr>
            <a:r>
              <a:rPr dirty="0" err="1"/>
              <a:t>или</a:t>
            </a:r>
            <a:endParaRPr dirty="0"/>
          </a:p>
          <a:p>
            <a:pPr algn="ctr">
              <a:defRPr sz="1400">
                <a:solidFill>
                  <a:srgbClr val="212121"/>
                </a:solidFill>
              </a:defRPr>
            </a:pPr>
            <a:r>
              <a:rPr dirty="0"/>
              <a:t>python scripts/assistant_cli.py</a:t>
            </a:r>
          </a:p>
          <a:p>
            <a:pPr algn="ctr">
              <a:defRPr sz="1400">
                <a:solidFill>
                  <a:srgbClr val="212121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Результаты и метрики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База знаний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508760"/>
            <a:ext cx="5760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48 документов · ~242 чанка · txt, md, pdf, docx, 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67128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Точность тестов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167128"/>
            <a:ext cx="5760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pytest: 23/23 · AI-оценка CLI --test: ~87%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25496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Время ответа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825496"/>
            <a:ext cx="5760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SLA ≤ 5 с (требование курса MVP: &lt; 30 с)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83863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Маршрутизация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483863"/>
            <a:ext cx="5760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ORG / PII / MED / RESULTS / OTHER + эскалация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42231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Автоматизация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142231"/>
            <a:ext cx="5760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~70% обращений → 630 000 AI-диалогов / год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0599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800599"/>
            <a:ext cx="5760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GitHub Actions · pytest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Экономика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Расчёт на 12 месяцев · costs.md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804672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Нагрузка: 20 офисов × 150 обращений/смену × 300 дней = 900 000 обращений/год.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Реалистичная доля через AI: 70% → 630 000 LLM-диалогов/год.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Рекомендуемый сценарий (гибрид gpt-5.4-nano + gpt-5.4-mini):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  • OpenAI API — ~190 500 ₽/год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  • VPS + backup — ~46 400 ₽/год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  • Telegram, Chroma, SQLite — 0 ₽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  • Резерв 12% — ~28 400 ₽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ИТОГО: ~265 000 ₽/год (~22 000 ₽/мес) · ~0,30 ₽ за AI-диалог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Экономия времени администраторов: ~31 500 человеко-часов/год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Планы на будущее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</a:defRPr>
            </a:pPr>
            <a:r>
              <a:t>1. Веб-чат для пациентов (UI поверх FastAPI /ask).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</a:defRPr>
            </a:pPr>
            <a:r>
              <a:t>2. Замена синтетической базы на актуальные регламенты клиники INMYHEART.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</a:defRPr>
            </a:pPr>
            <a:r>
              <a:t>3. Продакшен: Docker, Telegram webhook, мониторинг и алерты по KPI.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</a:defRPr>
            </a:pPr>
            <a:r>
              <a:t>4. Интеграция с CRM / МИС, авторизация операторов.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</a:defRPr>
            </a:pPr>
            <a:r>
              <a:t>5. Relay медиа (фото, файлы), расширение аналитики KPI.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7863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BDEFB"/>
                </a:solidFill>
              </a:defRPr>
            </a:pPr>
            <a:r>
              <a:t>INMYHEART · AI-ассистент на RAG</a:t>
            </a:r>
          </a:p>
          <a:p>
            <a:pPr algn="ctr">
              <a:defRPr sz="1800">
                <a:solidFill>
                  <a:srgbClr val="BBDEFB"/>
                </a:solidFill>
              </a:defRPr>
            </a:pPr>
            <a:r>
              <a:t>GitHub: github.com/DimonRonD/InMyHeart</a:t>
            </a:r>
          </a:p>
          <a:p>
            <a:pPr algn="ctr">
              <a:defRPr sz="1800">
                <a:solidFill>
                  <a:srgbClr val="BBDEFB"/>
                </a:solidFill>
              </a:defRPr>
            </a:pPr>
            <a:r>
              <a:t>Готов ответить на вопросы и показать демо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696</Words>
  <Application>Microsoft Office PowerPoint</Application>
  <PresentationFormat>Экран (4:3)</PresentationFormat>
  <Paragraphs>78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Dmitry Petlin</cp:lastModifiedBy>
  <cp:revision>2</cp:revision>
  <dcterms:created xsi:type="dcterms:W3CDTF">2013-01-27T09:14:16Z</dcterms:created>
  <dcterms:modified xsi:type="dcterms:W3CDTF">2026-05-27T10:07:28Z</dcterms:modified>
  <cp:category/>
</cp:coreProperties>
</file>